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15.jpg" ContentType="image/jpeg"/>
  <Override PartName="/ppt/media/image16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7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89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038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299A52-E2BB-4B62-9812-D1B23B72DB51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E22194E-7A29-4C96-B71B-DA24D39B2B29}">
      <dgm:prSet phldrT="[Текст]"/>
      <dgm:spPr/>
      <dgm:t>
        <a:bodyPr/>
        <a:lstStyle/>
        <a:p>
          <a:r>
            <a:rPr lang="ru-RU" dirty="0" smtClean="0"/>
            <a:t>Создание </a:t>
          </a:r>
          <a:r>
            <a:rPr lang="en-US" dirty="0" smtClean="0"/>
            <a:t>VPS</a:t>
          </a:r>
          <a:endParaRPr lang="ru-RU" dirty="0"/>
        </a:p>
      </dgm:t>
    </dgm:pt>
    <dgm:pt modelId="{D53DB91E-0C33-4610-BCD1-C4D0B092A6F1}" type="parTrans" cxnId="{9D1E503F-AC29-423D-AF67-F2503CBA9616}">
      <dgm:prSet/>
      <dgm:spPr/>
      <dgm:t>
        <a:bodyPr/>
        <a:lstStyle/>
        <a:p>
          <a:endParaRPr lang="ru-RU"/>
        </a:p>
      </dgm:t>
    </dgm:pt>
    <dgm:pt modelId="{466E34DC-A050-4D89-8A1C-C7CE5EEB28F0}" type="sibTrans" cxnId="{9D1E503F-AC29-423D-AF67-F2503CBA9616}">
      <dgm:prSet/>
      <dgm:spPr/>
      <dgm:t>
        <a:bodyPr/>
        <a:lstStyle/>
        <a:p>
          <a:endParaRPr lang="ru-RU"/>
        </a:p>
      </dgm:t>
    </dgm:pt>
    <dgm:pt modelId="{FF3B7505-C57F-44A1-AA4C-D9B066A51106}">
      <dgm:prSet phldrT="[Текст]"/>
      <dgm:spPr/>
      <dgm:t>
        <a:bodyPr/>
        <a:lstStyle/>
        <a:p>
          <a:r>
            <a:rPr lang="ru-RU" dirty="0" smtClean="0"/>
            <a:t>Публикация</a:t>
          </a:r>
          <a:endParaRPr lang="ru-RU" dirty="0"/>
        </a:p>
      </dgm:t>
    </dgm:pt>
    <dgm:pt modelId="{EC691558-92C0-47C9-AB53-F79DB6AA53BA}" type="parTrans" cxnId="{750FFF06-603D-4F21-BCF9-5CA0FE0293F9}">
      <dgm:prSet/>
      <dgm:spPr/>
      <dgm:t>
        <a:bodyPr/>
        <a:lstStyle/>
        <a:p>
          <a:endParaRPr lang="ru-RU"/>
        </a:p>
      </dgm:t>
    </dgm:pt>
    <dgm:pt modelId="{AA7B2518-79C7-412D-9BE2-32B395521637}" type="sibTrans" cxnId="{750FFF06-603D-4F21-BCF9-5CA0FE0293F9}">
      <dgm:prSet/>
      <dgm:spPr/>
      <dgm:t>
        <a:bodyPr/>
        <a:lstStyle/>
        <a:p>
          <a:endParaRPr lang="ru-RU"/>
        </a:p>
      </dgm:t>
    </dgm:pt>
    <dgm:pt modelId="{20AFEA59-0AAE-485F-A946-DCDBFECF32C7}">
      <dgm:prSet phldrT="[Текст]"/>
      <dgm:spPr/>
      <dgm:t>
        <a:bodyPr/>
        <a:lstStyle/>
        <a:p>
          <a:r>
            <a:rPr lang="en-US" dirty="0" smtClean="0"/>
            <a:t>Backend</a:t>
          </a:r>
          <a:endParaRPr lang="ru-RU" dirty="0"/>
        </a:p>
      </dgm:t>
    </dgm:pt>
    <dgm:pt modelId="{90F862AE-5C70-469E-9BE2-65A8502D9C40}" type="parTrans" cxnId="{4182E2BD-9BF8-4CFA-8D61-6CC53DB86163}">
      <dgm:prSet/>
      <dgm:spPr/>
      <dgm:t>
        <a:bodyPr/>
        <a:lstStyle/>
        <a:p>
          <a:endParaRPr lang="ru-RU"/>
        </a:p>
      </dgm:t>
    </dgm:pt>
    <dgm:pt modelId="{C3CDB921-D8A3-4335-8C9C-C1075D15AFA9}" type="sibTrans" cxnId="{4182E2BD-9BF8-4CFA-8D61-6CC53DB86163}">
      <dgm:prSet/>
      <dgm:spPr/>
      <dgm:t>
        <a:bodyPr/>
        <a:lstStyle/>
        <a:p>
          <a:endParaRPr lang="ru-RU"/>
        </a:p>
      </dgm:t>
    </dgm:pt>
    <dgm:pt modelId="{8EDB19CB-4544-4A4E-A2F2-127B522E6DA4}">
      <dgm:prSet phldrT="[Текст]"/>
      <dgm:spPr/>
      <dgm:t>
        <a:bodyPr/>
        <a:lstStyle/>
        <a:p>
          <a:r>
            <a:rPr lang="en-US" dirty="0" smtClean="0"/>
            <a:t>Frontend</a:t>
          </a:r>
          <a:endParaRPr lang="ru-RU" dirty="0"/>
        </a:p>
      </dgm:t>
    </dgm:pt>
    <dgm:pt modelId="{27E5E11C-D435-41B8-A752-EFAF62ED4642}" type="parTrans" cxnId="{F8A33AA2-894E-40EF-AF01-C484A759E36A}">
      <dgm:prSet/>
      <dgm:spPr/>
      <dgm:t>
        <a:bodyPr/>
        <a:lstStyle/>
        <a:p>
          <a:endParaRPr lang="ru-RU"/>
        </a:p>
      </dgm:t>
    </dgm:pt>
    <dgm:pt modelId="{97A922F8-0075-406F-835B-998573D9B9A8}" type="sibTrans" cxnId="{F8A33AA2-894E-40EF-AF01-C484A759E36A}">
      <dgm:prSet/>
      <dgm:spPr/>
      <dgm:t>
        <a:bodyPr/>
        <a:lstStyle/>
        <a:p>
          <a:endParaRPr lang="ru-RU"/>
        </a:p>
      </dgm:t>
    </dgm:pt>
    <dgm:pt modelId="{A871B3BC-BD00-4609-99E2-8AB0197B0BA1}">
      <dgm:prSet phldrT="[Текст]"/>
      <dgm:spPr/>
      <dgm:t>
        <a:bodyPr/>
        <a:lstStyle/>
        <a:p>
          <a:r>
            <a:rPr lang="ru-RU" dirty="0" smtClean="0"/>
            <a:t>Запуск сервисов</a:t>
          </a:r>
          <a:endParaRPr lang="ru-RU" dirty="0"/>
        </a:p>
      </dgm:t>
    </dgm:pt>
    <dgm:pt modelId="{1F7947FB-5A03-4647-9B52-1041E9A5935B}" type="parTrans" cxnId="{F1A6B823-C53F-41D7-B13A-7ED88EC362C4}">
      <dgm:prSet/>
      <dgm:spPr/>
      <dgm:t>
        <a:bodyPr/>
        <a:lstStyle/>
        <a:p>
          <a:endParaRPr lang="ru-RU"/>
        </a:p>
      </dgm:t>
    </dgm:pt>
    <dgm:pt modelId="{C4AF252A-1607-4F07-AA02-4576E9A7B2AA}" type="sibTrans" cxnId="{F1A6B823-C53F-41D7-B13A-7ED88EC362C4}">
      <dgm:prSet/>
      <dgm:spPr/>
      <dgm:t>
        <a:bodyPr/>
        <a:lstStyle/>
        <a:p>
          <a:endParaRPr lang="ru-RU"/>
        </a:p>
      </dgm:t>
    </dgm:pt>
    <dgm:pt modelId="{E7E9D1C7-A792-401F-8496-61216A37166E}">
      <dgm:prSet phldrT="[Текст]"/>
      <dgm:spPr/>
      <dgm:t>
        <a:bodyPr/>
        <a:lstStyle/>
        <a:p>
          <a:r>
            <a:rPr lang="ru-RU" dirty="0" smtClean="0"/>
            <a:t>Регистрация</a:t>
          </a:r>
          <a:endParaRPr lang="ru-RU" dirty="0"/>
        </a:p>
      </dgm:t>
    </dgm:pt>
    <dgm:pt modelId="{8CA079BC-A0AB-49BB-A22C-16FCED672EBD}" type="parTrans" cxnId="{77925781-D1CE-48B2-B202-863F73C1080F}">
      <dgm:prSet/>
      <dgm:spPr/>
      <dgm:t>
        <a:bodyPr/>
        <a:lstStyle/>
        <a:p>
          <a:endParaRPr lang="ru-RU"/>
        </a:p>
      </dgm:t>
    </dgm:pt>
    <dgm:pt modelId="{D04EB242-477F-40B3-BAEE-21393ACB4255}" type="sibTrans" cxnId="{77925781-D1CE-48B2-B202-863F73C1080F}">
      <dgm:prSet/>
      <dgm:spPr/>
      <dgm:t>
        <a:bodyPr/>
        <a:lstStyle/>
        <a:p>
          <a:endParaRPr lang="ru-RU"/>
        </a:p>
      </dgm:t>
    </dgm:pt>
    <dgm:pt modelId="{C8A986F3-894D-402C-B27C-6D7D10C12ADE}">
      <dgm:prSet phldrT="[Текст]"/>
      <dgm:spPr/>
      <dgm:t>
        <a:bodyPr/>
        <a:lstStyle/>
        <a:p>
          <a:r>
            <a:rPr lang="ru-RU" dirty="0" smtClean="0"/>
            <a:t>Ключ </a:t>
          </a:r>
          <a:r>
            <a:rPr lang="en-US" dirty="0" smtClean="0"/>
            <a:t>SSH</a:t>
          </a:r>
          <a:endParaRPr lang="ru-RU" dirty="0"/>
        </a:p>
      </dgm:t>
    </dgm:pt>
    <dgm:pt modelId="{039EF8AB-9AD0-4D93-99EB-3695CDBCDD49}" type="parTrans" cxnId="{8F29C026-AA1D-4E6A-AE6F-6F8B90E1E5FA}">
      <dgm:prSet/>
      <dgm:spPr/>
      <dgm:t>
        <a:bodyPr/>
        <a:lstStyle/>
        <a:p>
          <a:endParaRPr lang="ru-RU"/>
        </a:p>
      </dgm:t>
    </dgm:pt>
    <dgm:pt modelId="{DDB811B9-7D20-4E66-BC6C-2F92A0AB0680}" type="sibTrans" cxnId="{8F29C026-AA1D-4E6A-AE6F-6F8B90E1E5FA}">
      <dgm:prSet/>
      <dgm:spPr/>
      <dgm:t>
        <a:bodyPr/>
        <a:lstStyle/>
        <a:p>
          <a:endParaRPr lang="ru-RU"/>
        </a:p>
      </dgm:t>
    </dgm:pt>
    <dgm:pt modelId="{291FBE6B-9329-40E2-9C7A-272DBDF2EDB1}">
      <dgm:prSet phldrT="[Текст]"/>
      <dgm:spPr/>
      <dgm:t>
        <a:bodyPr/>
        <a:lstStyle/>
        <a:p>
          <a:r>
            <a:rPr lang="ru-RU" dirty="0" smtClean="0"/>
            <a:t>Подключение </a:t>
          </a:r>
          <a:r>
            <a:rPr lang="en-US" dirty="0" smtClean="0"/>
            <a:t>VS Code</a:t>
          </a:r>
          <a:endParaRPr lang="ru-RU" dirty="0"/>
        </a:p>
      </dgm:t>
    </dgm:pt>
    <dgm:pt modelId="{777EC9B9-2FF6-46FB-993D-1A99A5F842CF}" type="parTrans" cxnId="{402893FC-B692-4DA6-B378-5FEB7A1CD746}">
      <dgm:prSet/>
      <dgm:spPr/>
      <dgm:t>
        <a:bodyPr/>
        <a:lstStyle/>
        <a:p>
          <a:endParaRPr lang="ru-RU"/>
        </a:p>
      </dgm:t>
    </dgm:pt>
    <dgm:pt modelId="{A7FDE383-1255-4EF5-AD49-6FCB9789FA46}" type="sibTrans" cxnId="{402893FC-B692-4DA6-B378-5FEB7A1CD746}">
      <dgm:prSet/>
      <dgm:spPr/>
      <dgm:t>
        <a:bodyPr/>
        <a:lstStyle/>
        <a:p>
          <a:endParaRPr lang="ru-RU"/>
        </a:p>
      </dgm:t>
    </dgm:pt>
    <dgm:pt modelId="{86E6066F-B986-423C-9EC0-BBF2FE8033C4}">
      <dgm:prSet phldrT="[Текст]"/>
      <dgm:spPr/>
      <dgm:t>
        <a:bodyPr/>
        <a:lstStyle/>
        <a:p>
          <a:r>
            <a:rPr lang="en-US" dirty="0" smtClean="0"/>
            <a:t>Systemctl</a:t>
          </a:r>
          <a:endParaRPr lang="ru-RU" dirty="0"/>
        </a:p>
      </dgm:t>
    </dgm:pt>
    <dgm:pt modelId="{02059B76-6804-48B6-8C4C-D79F5D74D256}" type="parTrans" cxnId="{9C1F8CE7-DA9C-4E48-9E1A-D7D0FC15A0EE}">
      <dgm:prSet/>
      <dgm:spPr/>
      <dgm:t>
        <a:bodyPr/>
        <a:lstStyle/>
        <a:p>
          <a:endParaRPr lang="ru-RU"/>
        </a:p>
      </dgm:t>
    </dgm:pt>
    <dgm:pt modelId="{1009AA11-584F-455C-8F5B-920C5FAF36C5}" type="sibTrans" cxnId="{9C1F8CE7-DA9C-4E48-9E1A-D7D0FC15A0EE}">
      <dgm:prSet/>
      <dgm:spPr/>
      <dgm:t>
        <a:bodyPr/>
        <a:lstStyle/>
        <a:p>
          <a:endParaRPr lang="ru-RU"/>
        </a:p>
      </dgm:t>
    </dgm:pt>
    <dgm:pt modelId="{80A91BE0-2CC5-4697-8B39-3C09C69199DF}">
      <dgm:prSet phldrT="[Текст]"/>
      <dgm:spPr/>
      <dgm:t>
        <a:bodyPr/>
        <a:lstStyle/>
        <a:p>
          <a:r>
            <a:rPr lang="en-US" dirty="0" smtClean="0"/>
            <a:t>Nginx</a:t>
          </a:r>
          <a:endParaRPr lang="ru-RU" dirty="0"/>
        </a:p>
      </dgm:t>
    </dgm:pt>
    <dgm:pt modelId="{F0A4A516-2505-493F-90DA-066D1B5CB158}" type="parTrans" cxnId="{6F529DEA-42C9-4847-835C-AB3F9C6AF095}">
      <dgm:prSet/>
      <dgm:spPr/>
      <dgm:t>
        <a:bodyPr/>
        <a:lstStyle/>
        <a:p>
          <a:endParaRPr lang="ru-RU"/>
        </a:p>
      </dgm:t>
    </dgm:pt>
    <dgm:pt modelId="{506BC661-F877-4273-91E1-83619D95919F}" type="sibTrans" cxnId="{6F529DEA-42C9-4847-835C-AB3F9C6AF095}">
      <dgm:prSet/>
      <dgm:spPr/>
      <dgm:t>
        <a:bodyPr/>
        <a:lstStyle/>
        <a:p>
          <a:endParaRPr lang="ru-RU"/>
        </a:p>
      </dgm:t>
    </dgm:pt>
    <dgm:pt modelId="{19C6FB43-62BF-476E-97A0-074BA06B1B05}">
      <dgm:prSet phldrT="[Текст]"/>
      <dgm:spPr/>
      <dgm:t>
        <a:bodyPr/>
        <a:lstStyle/>
        <a:p>
          <a:r>
            <a:rPr lang="ru-RU" dirty="0" smtClean="0"/>
            <a:t>Подключение домена</a:t>
          </a:r>
          <a:endParaRPr lang="ru-RU" dirty="0"/>
        </a:p>
      </dgm:t>
    </dgm:pt>
    <dgm:pt modelId="{B98949B6-9FD4-45A6-8E2B-7E4C01DB805E}" type="parTrans" cxnId="{8C76166A-1237-482B-A113-D632A4BF442D}">
      <dgm:prSet/>
      <dgm:spPr/>
      <dgm:t>
        <a:bodyPr/>
        <a:lstStyle/>
        <a:p>
          <a:endParaRPr lang="ru-RU"/>
        </a:p>
      </dgm:t>
    </dgm:pt>
    <dgm:pt modelId="{206096DA-D046-46C8-B044-312154D83866}" type="sibTrans" cxnId="{8C76166A-1237-482B-A113-D632A4BF442D}">
      <dgm:prSet/>
      <dgm:spPr/>
      <dgm:t>
        <a:bodyPr/>
        <a:lstStyle/>
        <a:p>
          <a:endParaRPr lang="ru-RU"/>
        </a:p>
      </dgm:t>
    </dgm:pt>
    <dgm:pt modelId="{8A83659D-1EE3-4AAA-8259-D1CCFAF0B526}">
      <dgm:prSet phldrT="[Текст]"/>
      <dgm:spPr/>
      <dgm:t>
        <a:bodyPr/>
        <a:lstStyle/>
        <a:p>
          <a:r>
            <a:rPr lang="ru-RU" dirty="0" smtClean="0"/>
            <a:t>Прописывание </a:t>
          </a:r>
          <a:r>
            <a:rPr lang="en-US" dirty="0" smtClean="0"/>
            <a:t>IP-</a:t>
          </a:r>
          <a:r>
            <a:rPr lang="ru-RU" dirty="0" smtClean="0"/>
            <a:t>адресов</a:t>
          </a:r>
          <a:endParaRPr lang="ru-RU" dirty="0"/>
        </a:p>
      </dgm:t>
    </dgm:pt>
    <dgm:pt modelId="{B555880F-6610-47D1-9EC9-C6B139126720}" type="parTrans" cxnId="{65452356-4030-4DA4-8AA2-3D8406D4D97F}">
      <dgm:prSet/>
      <dgm:spPr/>
      <dgm:t>
        <a:bodyPr/>
        <a:lstStyle/>
        <a:p>
          <a:endParaRPr lang="ru-RU"/>
        </a:p>
      </dgm:t>
    </dgm:pt>
    <dgm:pt modelId="{4C678A02-5D58-485E-B60D-3A169FB9FAD8}" type="sibTrans" cxnId="{65452356-4030-4DA4-8AA2-3D8406D4D97F}">
      <dgm:prSet/>
      <dgm:spPr/>
      <dgm:t>
        <a:bodyPr/>
        <a:lstStyle/>
        <a:p>
          <a:endParaRPr lang="ru-RU"/>
        </a:p>
      </dgm:t>
    </dgm:pt>
    <dgm:pt modelId="{41223904-3029-44EC-BCEC-F6265D668A57}">
      <dgm:prSet phldrT="[Текст]"/>
      <dgm:spPr/>
      <dgm:t>
        <a:bodyPr/>
        <a:lstStyle/>
        <a:p>
          <a:r>
            <a:rPr lang="ru-RU" dirty="0" smtClean="0"/>
            <a:t>Генерация </a:t>
          </a:r>
          <a:r>
            <a:rPr lang="en-US" dirty="0" smtClean="0"/>
            <a:t>TLS-</a:t>
          </a:r>
          <a:r>
            <a:rPr lang="ru-RU" dirty="0" smtClean="0"/>
            <a:t>сертификата</a:t>
          </a:r>
          <a:endParaRPr lang="ru-RU" dirty="0"/>
        </a:p>
      </dgm:t>
    </dgm:pt>
    <dgm:pt modelId="{4DF8876A-DA50-4D8C-A7F6-5AB312DE260E}" type="parTrans" cxnId="{24DE4C44-BCBB-4AE9-A279-DE1F8B711F7B}">
      <dgm:prSet/>
      <dgm:spPr/>
      <dgm:t>
        <a:bodyPr/>
        <a:lstStyle/>
        <a:p>
          <a:endParaRPr lang="ru-RU"/>
        </a:p>
      </dgm:t>
    </dgm:pt>
    <dgm:pt modelId="{077C54DB-A4B2-4EBB-8339-1E90A2B5BE4F}" type="sibTrans" cxnId="{24DE4C44-BCBB-4AE9-A279-DE1F8B711F7B}">
      <dgm:prSet/>
      <dgm:spPr/>
      <dgm:t>
        <a:bodyPr/>
        <a:lstStyle/>
        <a:p>
          <a:endParaRPr lang="ru-RU"/>
        </a:p>
      </dgm:t>
    </dgm:pt>
    <dgm:pt modelId="{AFC12374-9D1C-45A1-A775-A842604E3161}" type="pres">
      <dgm:prSet presAssocID="{36299A52-E2BB-4B62-9812-D1B23B72DB5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BBAB7F9-F2AC-4F82-AB3C-6932E47D7910}" type="pres">
      <dgm:prSet presAssocID="{36299A52-E2BB-4B62-9812-D1B23B72DB51}" presName="tSp" presStyleCnt="0"/>
      <dgm:spPr/>
    </dgm:pt>
    <dgm:pt modelId="{EA8C6199-828B-4B72-A197-14EDAFC83B09}" type="pres">
      <dgm:prSet presAssocID="{36299A52-E2BB-4B62-9812-D1B23B72DB51}" presName="bSp" presStyleCnt="0"/>
      <dgm:spPr/>
    </dgm:pt>
    <dgm:pt modelId="{CE0E7C5E-9116-4F66-B75D-6EEC396F5C49}" type="pres">
      <dgm:prSet presAssocID="{36299A52-E2BB-4B62-9812-D1B23B72DB51}" presName="process" presStyleCnt="0"/>
      <dgm:spPr/>
    </dgm:pt>
    <dgm:pt modelId="{65F49C4C-90D8-4B41-BF47-3955DB68D2AE}" type="pres">
      <dgm:prSet presAssocID="{7E22194E-7A29-4C96-B71B-DA24D39B2B29}" presName="composite1" presStyleCnt="0"/>
      <dgm:spPr/>
    </dgm:pt>
    <dgm:pt modelId="{A94D4F80-4261-4184-97EF-09EA47ADFD48}" type="pres">
      <dgm:prSet presAssocID="{7E22194E-7A29-4C96-B71B-DA24D39B2B29}" presName="dummyNode1" presStyleLbl="node1" presStyleIdx="0" presStyleCnt="4"/>
      <dgm:spPr/>
    </dgm:pt>
    <dgm:pt modelId="{FB23BFD4-CDD5-4F49-B7D7-A5C497508BFE}" type="pres">
      <dgm:prSet presAssocID="{7E22194E-7A29-4C96-B71B-DA24D39B2B29}" presName="childNode1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E2A28E9-E8F9-4672-9591-D8BB6B842DEA}" type="pres">
      <dgm:prSet presAssocID="{7E22194E-7A29-4C96-B71B-DA24D39B2B29}" presName="childNode1tx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A0EC25-DB16-4D04-A2C3-546AE8C68D1C}" type="pres">
      <dgm:prSet presAssocID="{7E22194E-7A29-4C96-B71B-DA24D39B2B29}" presName="parentNode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C20388-401A-4AE9-B290-99167F864B63}" type="pres">
      <dgm:prSet presAssocID="{7E22194E-7A29-4C96-B71B-DA24D39B2B29}" presName="connSite1" presStyleCnt="0"/>
      <dgm:spPr/>
    </dgm:pt>
    <dgm:pt modelId="{B6F5B40B-267B-4FF6-96FD-6757C416DFE6}" type="pres">
      <dgm:prSet presAssocID="{466E34DC-A050-4D89-8A1C-C7CE5EEB28F0}" presName="Name9" presStyleLbl="sibTrans2D1" presStyleIdx="0" presStyleCnt="3"/>
      <dgm:spPr/>
      <dgm:t>
        <a:bodyPr/>
        <a:lstStyle/>
        <a:p>
          <a:endParaRPr lang="ru-RU"/>
        </a:p>
      </dgm:t>
    </dgm:pt>
    <dgm:pt modelId="{C92D1D7D-35CB-4215-ADAE-05B4E986ACE8}" type="pres">
      <dgm:prSet presAssocID="{FF3B7505-C57F-44A1-AA4C-D9B066A51106}" presName="composite2" presStyleCnt="0"/>
      <dgm:spPr/>
    </dgm:pt>
    <dgm:pt modelId="{6F03C00F-EA16-4B96-9DC0-A30950D3637B}" type="pres">
      <dgm:prSet presAssocID="{FF3B7505-C57F-44A1-AA4C-D9B066A51106}" presName="dummyNode2" presStyleLbl="node1" presStyleIdx="0" presStyleCnt="4"/>
      <dgm:spPr/>
    </dgm:pt>
    <dgm:pt modelId="{2591BA6C-F629-4DBE-AD54-672037BE2FF3}" type="pres">
      <dgm:prSet presAssocID="{FF3B7505-C57F-44A1-AA4C-D9B066A51106}" presName="childNode2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438DDFB-5B47-4BAD-8A05-F47BED71D682}" type="pres">
      <dgm:prSet presAssocID="{FF3B7505-C57F-44A1-AA4C-D9B066A51106}" presName="childNode2tx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E67BFA-9428-4BD3-8CB6-64A377E4EE6C}" type="pres">
      <dgm:prSet presAssocID="{FF3B7505-C57F-44A1-AA4C-D9B066A51106}" presName="parentNode2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261CAD8-066B-4AFD-8765-98BDF9723CA5}" type="pres">
      <dgm:prSet presAssocID="{FF3B7505-C57F-44A1-AA4C-D9B066A51106}" presName="connSite2" presStyleCnt="0"/>
      <dgm:spPr/>
    </dgm:pt>
    <dgm:pt modelId="{4FDCEFF2-4A23-45D9-A15D-391F48C9BEB3}" type="pres">
      <dgm:prSet presAssocID="{AA7B2518-79C7-412D-9BE2-32B395521637}" presName="Name18" presStyleLbl="sibTrans2D1" presStyleIdx="1" presStyleCnt="3"/>
      <dgm:spPr/>
      <dgm:t>
        <a:bodyPr/>
        <a:lstStyle/>
        <a:p>
          <a:endParaRPr lang="ru-RU"/>
        </a:p>
      </dgm:t>
    </dgm:pt>
    <dgm:pt modelId="{3CA4957E-D64E-4319-9FBB-E56E53FD38E8}" type="pres">
      <dgm:prSet presAssocID="{A871B3BC-BD00-4609-99E2-8AB0197B0BA1}" presName="composite1" presStyleCnt="0"/>
      <dgm:spPr/>
    </dgm:pt>
    <dgm:pt modelId="{21D093CF-72B0-489B-924C-EBF95C79059C}" type="pres">
      <dgm:prSet presAssocID="{A871B3BC-BD00-4609-99E2-8AB0197B0BA1}" presName="dummyNode1" presStyleLbl="node1" presStyleIdx="1" presStyleCnt="4"/>
      <dgm:spPr/>
    </dgm:pt>
    <dgm:pt modelId="{190DDE57-12C9-465F-953E-664318F384AD}" type="pres">
      <dgm:prSet presAssocID="{A871B3BC-BD00-4609-99E2-8AB0197B0BA1}" presName="childNode1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A016642-6EE9-40A1-89CF-8874CC8B30ED}" type="pres">
      <dgm:prSet presAssocID="{A871B3BC-BD00-4609-99E2-8AB0197B0BA1}" presName="childNode1tx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ED34CC-BDB6-43A7-B908-EBF4B5A6CFB7}" type="pres">
      <dgm:prSet presAssocID="{A871B3BC-BD00-4609-99E2-8AB0197B0BA1}" presName="parentNode1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5DA523-D9B3-498C-8698-B6AD28955A1C}" type="pres">
      <dgm:prSet presAssocID="{A871B3BC-BD00-4609-99E2-8AB0197B0BA1}" presName="connSite1" presStyleCnt="0"/>
      <dgm:spPr/>
    </dgm:pt>
    <dgm:pt modelId="{58D217B3-D0B7-4807-A313-AE8DFF3A5A40}" type="pres">
      <dgm:prSet presAssocID="{C4AF252A-1607-4F07-AA02-4576E9A7B2AA}" presName="Name9" presStyleLbl="sibTrans2D1" presStyleIdx="2" presStyleCnt="3"/>
      <dgm:spPr/>
      <dgm:t>
        <a:bodyPr/>
        <a:lstStyle/>
        <a:p>
          <a:endParaRPr lang="ru-RU"/>
        </a:p>
      </dgm:t>
    </dgm:pt>
    <dgm:pt modelId="{64D60406-E2CE-4888-B1DE-110DC4DF0462}" type="pres">
      <dgm:prSet presAssocID="{19C6FB43-62BF-476E-97A0-074BA06B1B05}" presName="composite2" presStyleCnt="0"/>
      <dgm:spPr/>
    </dgm:pt>
    <dgm:pt modelId="{C22240B8-78EE-4808-9CC7-77360A564F7D}" type="pres">
      <dgm:prSet presAssocID="{19C6FB43-62BF-476E-97A0-074BA06B1B05}" presName="dummyNode2" presStyleLbl="node1" presStyleIdx="2" presStyleCnt="4"/>
      <dgm:spPr/>
    </dgm:pt>
    <dgm:pt modelId="{B21A5FEF-095E-4930-914E-84CECFAE3FFE}" type="pres">
      <dgm:prSet presAssocID="{19C6FB43-62BF-476E-97A0-074BA06B1B05}" presName="childNode2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6F7D094-2E1D-4BDF-8221-EBEEE13FCB29}" type="pres">
      <dgm:prSet presAssocID="{19C6FB43-62BF-476E-97A0-074BA06B1B05}" presName="childNode2tx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52F2954-A808-404A-8A1D-E9C1781D6DB8}" type="pres">
      <dgm:prSet presAssocID="{19C6FB43-62BF-476E-97A0-074BA06B1B05}" presName="parentNode2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E43A24-14B7-458D-BBF2-267E5C25604E}" type="pres">
      <dgm:prSet presAssocID="{19C6FB43-62BF-476E-97A0-074BA06B1B05}" presName="connSite2" presStyleCnt="0"/>
      <dgm:spPr/>
    </dgm:pt>
  </dgm:ptLst>
  <dgm:cxnLst>
    <dgm:cxn modelId="{49818D6C-C307-4187-8772-89CF3069D9C4}" type="presOf" srcId="{E7E9D1C7-A792-401F-8496-61216A37166E}" destId="{AE2A28E9-E8F9-4672-9591-D8BB6B842DEA}" srcOrd="1" destOrd="0" presId="urn:microsoft.com/office/officeart/2005/8/layout/hProcess4"/>
    <dgm:cxn modelId="{6FC7400D-6626-4D82-8C13-EC271509A6C6}" type="presOf" srcId="{80A91BE0-2CC5-4697-8B39-3C09C69199DF}" destId="{EA016642-6EE9-40A1-89CF-8874CC8B30ED}" srcOrd="1" destOrd="1" presId="urn:microsoft.com/office/officeart/2005/8/layout/hProcess4"/>
    <dgm:cxn modelId="{D854EDB5-F029-430A-90C5-E7DF63EF1C9B}" type="presOf" srcId="{41223904-3029-44EC-BCEC-F6265D668A57}" destId="{B21A5FEF-095E-4930-914E-84CECFAE3FFE}" srcOrd="0" destOrd="1" presId="urn:microsoft.com/office/officeart/2005/8/layout/hProcess4"/>
    <dgm:cxn modelId="{912FE4FF-4E73-4896-BDCA-8A7B0E0E907A}" type="presOf" srcId="{86E6066F-B986-423C-9EC0-BBF2FE8033C4}" destId="{190DDE57-12C9-465F-953E-664318F384AD}" srcOrd="0" destOrd="0" presId="urn:microsoft.com/office/officeart/2005/8/layout/hProcess4"/>
    <dgm:cxn modelId="{299890D4-2C9F-4759-A098-DD2FC1A64A20}" type="presOf" srcId="{20AFEA59-0AAE-485F-A946-DCDBFECF32C7}" destId="{6438DDFB-5B47-4BAD-8A05-F47BED71D682}" srcOrd="1" destOrd="0" presId="urn:microsoft.com/office/officeart/2005/8/layout/hProcess4"/>
    <dgm:cxn modelId="{4182E2BD-9BF8-4CFA-8D61-6CC53DB86163}" srcId="{FF3B7505-C57F-44A1-AA4C-D9B066A51106}" destId="{20AFEA59-0AAE-485F-A946-DCDBFECF32C7}" srcOrd="0" destOrd="0" parTransId="{90F862AE-5C70-469E-9BE2-65A8502D9C40}" sibTransId="{C3CDB921-D8A3-4335-8C9C-C1075D15AFA9}"/>
    <dgm:cxn modelId="{8C76166A-1237-482B-A113-D632A4BF442D}" srcId="{36299A52-E2BB-4B62-9812-D1B23B72DB51}" destId="{19C6FB43-62BF-476E-97A0-074BA06B1B05}" srcOrd="3" destOrd="0" parTransId="{B98949B6-9FD4-45A6-8E2B-7E4C01DB805E}" sibTransId="{206096DA-D046-46C8-B044-312154D83866}"/>
    <dgm:cxn modelId="{08FE1F51-94B6-4CD9-9E13-1B6507900DDD}" type="presOf" srcId="{36299A52-E2BB-4B62-9812-D1B23B72DB51}" destId="{AFC12374-9D1C-45A1-A775-A842604E3161}" srcOrd="0" destOrd="0" presId="urn:microsoft.com/office/officeart/2005/8/layout/hProcess4"/>
    <dgm:cxn modelId="{98A4CF7B-A447-4A39-ABF6-3E03C00D8AA5}" type="presOf" srcId="{8EDB19CB-4544-4A4E-A2F2-127B522E6DA4}" destId="{6438DDFB-5B47-4BAD-8A05-F47BED71D682}" srcOrd="1" destOrd="1" presId="urn:microsoft.com/office/officeart/2005/8/layout/hProcess4"/>
    <dgm:cxn modelId="{8F29C026-AA1D-4E6A-AE6F-6F8B90E1E5FA}" srcId="{7E22194E-7A29-4C96-B71B-DA24D39B2B29}" destId="{C8A986F3-894D-402C-B27C-6D7D10C12ADE}" srcOrd="1" destOrd="0" parTransId="{039EF8AB-9AD0-4D93-99EB-3695CDBCDD49}" sibTransId="{DDB811B9-7D20-4E66-BC6C-2F92A0AB0680}"/>
    <dgm:cxn modelId="{71BD405F-5557-4C23-AB42-E62CFBCDBDD2}" type="presOf" srcId="{C8A986F3-894D-402C-B27C-6D7D10C12ADE}" destId="{FB23BFD4-CDD5-4F49-B7D7-A5C497508BFE}" srcOrd="0" destOrd="1" presId="urn:microsoft.com/office/officeart/2005/8/layout/hProcess4"/>
    <dgm:cxn modelId="{38211C15-ED5F-428D-ABCB-39D81F1B97DE}" type="presOf" srcId="{8A83659D-1EE3-4AAA-8259-D1CCFAF0B526}" destId="{B21A5FEF-095E-4930-914E-84CECFAE3FFE}" srcOrd="0" destOrd="0" presId="urn:microsoft.com/office/officeart/2005/8/layout/hProcess4"/>
    <dgm:cxn modelId="{8875DA1B-054C-4F1E-A200-FDC0414972F9}" type="presOf" srcId="{291FBE6B-9329-40E2-9C7A-272DBDF2EDB1}" destId="{FB23BFD4-CDD5-4F49-B7D7-A5C497508BFE}" srcOrd="0" destOrd="2" presId="urn:microsoft.com/office/officeart/2005/8/layout/hProcess4"/>
    <dgm:cxn modelId="{1B09A66B-C677-4111-8FBD-5CA4A1EE3E5F}" type="presOf" srcId="{41223904-3029-44EC-BCEC-F6265D668A57}" destId="{F6F7D094-2E1D-4BDF-8221-EBEEE13FCB29}" srcOrd="1" destOrd="1" presId="urn:microsoft.com/office/officeart/2005/8/layout/hProcess4"/>
    <dgm:cxn modelId="{BDE3CEC4-5EE0-4C3A-BFE9-ADDA0C71C7CD}" type="presOf" srcId="{20AFEA59-0AAE-485F-A946-DCDBFECF32C7}" destId="{2591BA6C-F629-4DBE-AD54-672037BE2FF3}" srcOrd="0" destOrd="0" presId="urn:microsoft.com/office/officeart/2005/8/layout/hProcess4"/>
    <dgm:cxn modelId="{6F529DEA-42C9-4847-835C-AB3F9C6AF095}" srcId="{A871B3BC-BD00-4609-99E2-8AB0197B0BA1}" destId="{80A91BE0-2CC5-4697-8B39-3C09C69199DF}" srcOrd="1" destOrd="0" parTransId="{F0A4A516-2505-493F-90DA-066D1B5CB158}" sibTransId="{506BC661-F877-4273-91E1-83619D95919F}"/>
    <dgm:cxn modelId="{5A08FB76-8138-4549-868F-31BA583E173A}" type="presOf" srcId="{FF3B7505-C57F-44A1-AA4C-D9B066A51106}" destId="{81E67BFA-9428-4BD3-8CB6-64A377E4EE6C}" srcOrd="0" destOrd="0" presId="urn:microsoft.com/office/officeart/2005/8/layout/hProcess4"/>
    <dgm:cxn modelId="{3227E5EE-7D1B-4724-8211-7914C8D2C6FA}" type="presOf" srcId="{AA7B2518-79C7-412D-9BE2-32B395521637}" destId="{4FDCEFF2-4A23-45D9-A15D-391F48C9BEB3}" srcOrd="0" destOrd="0" presId="urn:microsoft.com/office/officeart/2005/8/layout/hProcess4"/>
    <dgm:cxn modelId="{23E22FD0-B6F7-4E11-B698-6E85A47A1D61}" type="presOf" srcId="{C4AF252A-1607-4F07-AA02-4576E9A7B2AA}" destId="{58D217B3-D0B7-4807-A313-AE8DFF3A5A40}" srcOrd="0" destOrd="0" presId="urn:microsoft.com/office/officeart/2005/8/layout/hProcess4"/>
    <dgm:cxn modelId="{402893FC-B692-4DA6-B378-5FEB7A1CD746}" srcId="{7E22194E-7A29-4C96-B71B-DA24D39B2B29}" destId="{291FBE6B-9329-40E2-9C7A-272DBDF2EDB1}" srcOrd="2" destOrd="0" parTransId="{777EC9B9-2FF6-46FB-993D-1A99A5F842CF}" sibTransId="{A7FDE383-1255-4EF5-AD49-6FCB9789FA46}"/>
    <dgm:cxn modelId="{42DE751D-F629-4ACF-BF7E-F9E08401C001}" type="presOf" srcId="{466E34DC-A050-4D89-8A1C-C7CE5EEB28F0}" destId="{B6F5B40B-267B-4FF6-96FD-6757C416DFE6}" srcOrd="0" destOrd="0" presId="urn:microsoft.com/office/officeart/2005/8/layout/hProcess4"/>
    <dgm:cxn modelId="{8F0E6A8C-A588-4DE9-AC5D-EEF212FC5157}" type="presOf" srcId="{A871B3BC-BD00-4609-99E2-8AB0197B0BA1}" destId="{FDED34CC-BDB6-43A7-B908-EBF4B5A6CFB7}" srcOrd="0" destOrd="0" presId="urn:microsoft.com/office/officeart/2005/8/layout/hProcess4"/>
    <dgm:cxn modelId="{E708C0E8-AC85-474E-824B-1F5A96B1DA4F}" type="presOf" srcId="{7E22194E-7A29-4C96-B71B-DA24D39B2B29}" destId="{BEA0EC25-DB16-4D04-A2C3-546AE8C68D1C}" srcOrd="0" destOrd="0" presId="urn:microsoft.com/office/officeart/2005/8/layout/hProcess4"/>
    <dgm:cxn modelId="{23370722-EC58-4684-B2D2-F4EC384BD957}" type="presOf" srcId="{C8A986F3-894D-402C-B27C-6D7D10C12ADE}" destId="{AE2A28E9-E8F9-4672-9591-D8BB6B842DEA}" srcOrd="1" destOrd="1" presId="urn:microsoft.com/office/officeart/2005/8/layout/hProcess4"/>
    <dgm:cxn modelId="{B0403BF3-8B10-47BE-9DBC-2AA71481EC70}" type="presOf" srcId="{8EDB19CB-4544-4A4E-A2F2-127B522E6DA4}" destId="{2591BA6C-F629-4DBE-AD54-672037BE2FF3}" srcOrd="0" destOrd="1" presId="urn:microsoft.com/office/officeart/2005/8/layout/hProcess4"/>
    <dgm:cxn modelId="{32672BF2-6ABC-4BEB-9071-F5E6BA7B7DFA}" type="presOf" srcId="{19C6FB43-62BF-476E-97A0-074BA06B1B05}" destId="{C52F2954-A808-404A-8A1D-E9C1781D6DB8}" srcOrd="0" destOrd="0" presId="urn:microsoft.com/office/officeart/2005/8/layout/hProcess4"/>
    <dgm:cxn modelId="{4CA714AD-E425-4C6C-A99E-7CC3D97AACED}" type="presOf" srcId="{8A83659D-1EE3-4AAA-8259-D1CCFAF0B526}" destId="{F6F7D094-2E1D-4BDF-8221-EBEEE13FCB29}" srcOrd="1" destOrd="0" presId="urn:microsoft.com/office/officeart/2005/8/layout/hProcess4"/>
    <dgm:cxn modelId="{750FFF06-603D-4F21-BCF9-5CA0FE0293F9}" srcId="{36299A52-E2BB-4B62-9812-D1B23B72DB51}" destId="{FF3B7505-C57F-44A1-AA4C-D9B066A51106}" srcOrd="1" destOrd="0" parTransId="{EC691558-92C0-47C9-AB53-F79DB6AA53BA}" sibTransId="{AA7B2518-79C7-412D-9BE2-32B395521637}"/>
    <dgm:cxn modelId="{24DE4C44-BCBB-4AE9-A279-DE1F8B711F7B}" srcId="{19C6FB43-62BF-476E-97A0-074BA06B1B05}" destId="{41223904-3029-44EC-BCEC-F6265D668A57}" srcOrd="1" destOrd="0" parTransId="{4DF8876A-DA50-4D8C-A7F6-5AB312DE260E}" sibTransId="{077C54DB-A4B2-4EBB-8339-1E90A2B5BE4F}"/>
    <dgm:cxn modelId="{9654A653-4491-4211-BE53-42188074BD88}" type="presOf" srcId="{291FBE6B-9329-40E2-9C7A-272DBDF2EDB1}" destId="{AE2A28E9-E8F9-4672-9591-D8BB6B842DEA}" srcOrd="1" destOrd="2" presId="urn:microsoft.com/office/officeart/2005/8/layout/hProcess4"/>
    <dgm:cxn modelId="{9C1F8CE7-DA9C-4E48-9E1A-D7D0FC15A0EE}" srcId="{A871B3BC-BD00-4609-99E2-8AB0197B0BA1}" destId="{86E6066F-B986-423C-9EC0-BBF2FE8033C4}" srcOrd="0" destOrd="0" parTransId="{02059B76-6804-48B6-8C4C-D79F5D74D256}" sibTransId="{1009AA11-584F-455C-8F5B-920C5FAF36C5}"/>
    <dgm:cxn modelId="{97FE3457-8817-431F-AD1B-1BDF7295391B}" type="presOf" srcId="{80A91BE0-2CC5-4697-8B39-3C09C69199DF}" destId="{190DDE57-12C9-465F-953E-664318F384AD}" srcOrd="0" destOrd="1" presId="urn:microsoft.com/office/officeart/2005/8/layout/hProcess4"/>
    <dgm:cxn modelId="{F1A6B823-C53F-41D7-B13A-7ED88EC362C4}" srcId="{36299A52-E2BB-4B62-9812-D1B23B72DB51}" destId="{A871B3BC-BD00-4609-99E2-8AB0197B0BA1}" srcOrd="2" destOrd="0" parTransId="{1F7947FB-5A03-4647-9B52-1041E9A5935B}" sibTransId="{C4AF252A-1607-4F07-AA02-4576E9A7B2AA}"/>
    <dgm:cxn modelId="{65452356-4030-4DA4-8AA2-3D8406D4D97F}" srcId="{19C6FB43-62BF-476E-97A0-074BA06B1B05}" destId="{8A83659D-1EE3-4AAA-8259-D1CCFAF0B526}" srcOrd="0" destOrd="0" parTransId="{B555880F-6610-47D1-9EC9-C6B139126720}" sibTransId="{4C678A02-5D58-485E-B60D-3A169FB9FAD8}"/>
    <dgm:cxn modelId="{9D1E503F-AC29-423D-AF67-F2503CBA9616}" srcId="{36299A52-E2BB-4B62-9812-D1B23B72DB51}" destId="{7E22194E-7A29-4C96-B71B-DA24D39B2B29}" srcOrd="0" destOrd="0" parTransId="{D53DB91E-0C33-4610-BCD1-C4D0B092A6F1}" sibTransId="{466E34DC-A050-4D89-8A1C-C7CE5EEB28F0}"/>
    <dgm:cxn modelId="{F8A33AA2-894E-40EF-AF01-C484A759E36A}" srcId="{FF3B7505-C57F-44A1-AA4C-D9B066A51106}" destId="{8EDB19CB-4544-4A4E-A2F2-127B522E6DA4}" srcOrd="1" destOrd="0" parTransId="{27E5E11C-D435-41B8-A752-EFAF62ED4642}" sibTransId="{97A922F8-0075-406F-835B-998573D9B9A8}"/>
    <dgm:cxn modelId="{77925781-D1CE-48B2-B202-863F73C1080F}" srcId="{7E22194E-7A29-4C96-B71B-DA24D39B2B29}" destId="{E7E9D1C7-A792-401F-8496-61216A37166E}" srcOrd="0" destOrd="0" parTransId="{8CA079BC-A0AB-49BB-A22C-16FCED672EBD}" sibTransId="{D04EB242-477F-40B3-BAEE-21393ACB4255}"/>
    <dgm:cxn modelId="{DF8AB8B5-5C4F-44B3-BE8C-479731E88ACB}" type="presOf" srcId="{86E6066F-B986-423C-9EC0-BBF2FE8033C4}" destId="{EA016642-6EE9-40A1-89CF-8874CC8B30ED}" srcOrd="1" destOrd="0" presId="urn:microsoft.com/office/officeart/2005/8/layout/hProcess4"/>
    <dgm:cxn modelId="{3721F7DA-8C66-4CB6-BAEF-96D57094AE61}" type="presOf" srcId="{E7E9D1C7-A792-401F-8496-61216A37166E}" destId="{FB23BFD4-CDD5-4F49-B7D7-A5C497508BFE}" srcOrd="0" destOrd="0" presId="urn:microsoft.com/office/officeart/2005/8/layout/hProcess4"/>
    <dgm:cxn modelId="{A7E5AE5A-A9B2-4B5A-A36A-E02932B6C779}" type="presParOf" srcId="{AFC12374-9D1C-45A1-A775-A842604E3161}" destId="{BBBAB7F9-F2AC-4F82-AB3C-6932E47D7910}" srcOrd="0" destOrd="0" presId="urn:microsoft.com/office/officeart/2005/8/layout/hProcess4"/>
    <dgm:cxn modelId="{19649B64-5809-4615-A162-8BA0B4481E0B}" type="presParOf" srcId="{AFC12374-9D1C-45A1-A775-A842604E3161}" destId="{EA8C6199-828B-4B72-A197-14EDAFC83B09}" srcOrd="1" destOrd="0" presId="urn:microsoft.com/office/officeart/2005/8/layout/hProcess4"/>
    <dgm:cxn modelId="{0970E342-A020-4E1F-85C0-7A07CFE6C629}" type="presParOf" srcId="{AFC12374-9D1C-45A1-A775-A842604E3161}" destId="{CE0E7C5E-9116-4F66-B75D-6EEC396F5C49}" srcOrd="2" destOrd="0" presId="urn:microsoft.com/office/officeart/2005/8/layout/hProcess4"/>
    <dgm:cxn modelId="{AC237646-C00C-4602-89AB-A789D3E230E5}" type="presParOf" srcId="{CE0E7C5E-9116-4F66-B75D-6EEC396F5C49}" destId="{65F49C4C-90D8-4B41-BF47-3955DB68D2AE}" srcOrd="0" destOrd="0" presId="urn:microsoft.com/office/officeart/2005/8/layout/hProcess4"/>
    <dgm:cxn modelId="{29B4557C-408E-49B4-A194-E6D23551F35B}" type="presParOf" srcId="{65F49C4C-90D8-4B41-BF47-3955DB68D2AE}" destId="{A94D4F80-4261-4184-97EF-09EA47ADFD48}" srcOrd="0" destOrd="0" presId="urn:microsoft.com/office/officeart/2005/8/layout/hProcess4"/>
    <dgm:cxn modelId="{BB1348E1-9968-4781-8F1A-90A35C6CD733}" type="presParOf" srcId="{65F49C4C-90D8-4B41-BF47-3955DB68D2AE}" destId="{FB23BFD4-CDD5-4F49-B7D7-A5C497508BFE}" srcOrd="1" destOrd="0" presId="urn:microsoft.com/office/officeart/2005/8/layout/hProcess4"/>
    <dgm:cxn modelId="{67FA65E9-B242-4954-818D-73ECC8DDB5C7}" type="presParOf" srcId="{65F49C4C-90D8-4B41-BF47-3955DB68D2AE}" destId="{AE2A28E9-E8F9-4672-9591-D8BB6B842DEA}" srcOrd="2" destOrd="0" presId="urn:microsoft.com/office/officeart/2005/8/layout/hProcess4"/>
    <dgm:cxn modelId="{1E5612DC-A96A-46E5-8088-DD2BB18A629A}" type="presParOf" srcId="{65F49C4C-90D8-4B41-BF47-3955DB68D2AE}" destId="{BEA0EC25-DB16-4D04-A2C3-546AE8C68D1C}" srcOrd="3" destOrd="0" presId="urn:microsoft.com/office/officeart/2005/8/layout/hProcess4"/>
    <dgm:cxn modelId="{93D0C4ED-610A-43BD-BB3E-DB2048EA7421}" type="presParOf" srcId="{65F49C4C-90D8-4B41-BF47-3955DB68D2AE}" destId="{4FC20388-401A-4AE9-B290-99167F864B63}" srcOrd="4" destOrd="0" presId="urn:microsoft.com/office/officeart/2005/8/layout/hProcess4"/>
    <dgm:cxn modelId="{976DBBF4-37B9-449F-B99D-54BB4E02D5E8}" type="presParOf" srcId="{CE0E7C5E-9116-4F66-B75D-6EEC396F5C49}" destId="{B6F5B40B-267B-4FF6-96FD-6757C416DFE6}" srcOrd="1" destOrd="0" presId="urn:microsoft.com/office/officeart/2005/8/layout/hProcess4"/>
    <dgm:cxn modelId="{C1E31820-65CA-4F2C-807D-7BFFAA471D6D}" type="presParOf" srcId="{CE0E7C5E-9116-4F66-B75D-6EEC396F5C49}" destId="{C92D1D7D-35CB-4215-ADAE-05B4E986ACE8}" srcOrd="2" destOrd="0" presId="urn:microsoft.com/office/officeart/2005/8/layout/hProcess4"/>
    <dgm:cxn modelId="{A2E5903E-3203-4743-9D18-8596D0C54504}" type="presParOf" srcId="{C92D1D7D-35CB-4215-ADAE-05B4E986ACE8}" destId="{6F03C00F-EA16-4B96-9DC0-A30950D3637B}" srcOrd="0" destOrd="0" presId="urn:microsoft.com/office/officeart/2005/8/layout/hProcess4"/>
    <dgm:cxn modelId="{F08AA0CE-C66F-4AA6-BDF1-2F0900158D71}" type="presParOf" srcId="{C92D1D7D-35CB-4215-ADAE-05B4E986ACE8}" destId="{2591BA6C-F629-4DBE-AD54-672037BE2FF3}" srcOrd="1" destOrd="0" presId="urn:microsoft.com/office/officeart/2005/8/layout/hProcess4"/>
    <dgm:cxn modelId="{44C93D26-BD98-4A0D-95AA-6D4DC2C0FECB}" type="presParOf" srcId="{C92D1D7D-35CB-4215-ADAE-05B4E986ACE8}" destId="{6438DDFB-5B47-4BAD-8A05-F47BED71D682}" srcOrd="2" destOrd="0" presId="urn:microsoft.com/office/officeart/2005/8/layout/hProcess4"/>
    <dgm:cxn modelId="{80152F3F-072B-408F-8E4E-1D32D46D31AB}" type="presParOf" srcId="{C92D1D7D-35CB-4215-ADAE-05B4E986ACE8}" destId="{81E67BFA-9428-4BD3-8CB6-64A377E4EE6C}" srcOrd="3" destOrd="0" presId="urn:microsoft.com/office/officeart/2005/8/layout/hProcess4"/>
    <dgm:cxn modelId="{C45A53E1-82D6-4442-9045-9B01689A40ED}" type="presParOf" srcId="{C92D1D7D-35CB-4215-ADAE-05B4E986ACE8}" destId="{C261CAD8-066B-4AFD-8765-98BDF9723CA5}" srcOrd="4" destOrd="0" presId="urn:microsoft.com/office/officeart/2005/8/layout/hProcess4"/>
    <dgm:cxn modelId="{AA850369-1277-4FAB-BE2B-81A671260195}" type="presParOf" srcId="{CE0E7C5E-9116-4F66-B75D-6EEC396F5C49}" destId="{4FDCEFF2-4A23-45D9-A15D-391F48C9BEB3}" srcOrd="3" destOrd="0" presId="urn:microsoft.com/office/officeart/2005/8/layout/hProcess4"/>
    <dgm:cxn modelId="{4F3C5CA1-B3F3-49CA-9AA9-D332DA56B5F5}" type="presParOf" srcId="{CE0E7C5E-9116-4F66-B75D-6EEC396F5C49}" destId="{3CA4957E-D64E-4319-9FBB-E56E53FD38E8}" srcOrd="4" destOrd="0" presId="urn:microsoft.com/office/officeart/2005/8/layout/hProcess4"/>
    <dgm:cxn modelId="{164700E0-9A0C-4ECD-9710-9757895D2B21}" type="presParOf" srcId="{3CA4957E-D64E-4319-9FBB-E56E53FD38E8}" destId="{21D093CF-72B0-489B-924C-EBF95C79059C}" srcOrd="0" destOrd="0" presId="urn:microsoft.com/office/officeart/2005/8/layout/hProcess4"/>
    <dgm:cxn modelId="{161941FA-423F-4F5C-8980-8AE00AA0F29D}" type="presParOf" srcId="{3CA4957E-D64E-4319-9FBB-E56E53FD38E8}" destId="{190DDE57-12C9-465F-953E-664318F384AD}" srcOrd="1" destOrd="0" presId="urn:microsoft.com/office/officeart/2005/8/layout/hProcess4"/>
    <dgm:cxn modelId="{14ABFBF0-46ED-4672-997B-8B54F6B4C3B4}" type="presParOf" srcId="{3CA4957E-D64E-4319-9FBB-E56E53FD38E8}" destId="{EA016642-6EE9-40A1-89CF-8874CC8B30ED}" srcOrd="2" destOrd="0" presId="urn:microsoft.com/office/officeart/2005/8/layout/hProcess4"/>
    <dgm:cxn modelId="{ED164A2E-AE63-4586-9F26-1E30895C8B53}" type="presParOf" srcId="{3CA4957E-D64E-4319-9FBB-E56E53FD38E8}" destId="{FDED34CC-BDB6-43A7-B908-EBF4B5A6CFB7}" srcOrd="3" destOrd="0" presId="urn:microsoft.com/office/officeart/2005/8/layout/hProcess4"/>
    <dgm:cxn modelId="{4A6E4357-4BAE-488F-8503-5BDC2C30FD72}" type="presParOf" srcId="{3CA4957E-D64E-4319-9FBB-E56E53FD38E8}" destId="{595DA523-D9B3-498C-8698-B6AD28955A1C}" srcOrd="4" destOrd="0" presId="urn:microsoft.com/office/officeart/2005/8/layout/hProcess4"/>
    <dgm:cxn modelId="{A873F919-1CEF-4380-90A6-13CB6C0082D7}" type="presParOf" srcId="{CE0E7C5E-9116-4F66-B75D-6EEC396F5C49}" destId="{58D217B3-D0B7-4807-A313-AE8DFF3A5A40}" srcOrd="5" destOrd="0" presId="urn:microsoft.com/office/officeart/2005/8/layout/hProcess4"/>
    <dgm:cxn modelId="{5353F8A4-1684-4600-9051-7F5A864004A5}" type="presParOf" srcId="{CE0E7C5E-9116-4F66-B75D-6EEC396F5C49}" destId="{64D60406-E2CE-4888-B1DE-110DC4DF0462}" srcOrd="6" destOrd="0" presId="urn:microsoft.com/office/officeart/2005/8/layout/hProcess4"/>
    <dgm:cxn modelId="{D5D0F664-47CA-4E08-8827-29BB73A3AC53}" type="presParOf" srcId="{64D60406-E2CE-4888-B1DE-110DC4DF0462}" destId="{C22240B8-78EE-4808-9CC7-77360A564F7D}" srcOrd="0" destOrd="0" presId="urn:microsoft.com/office/officeart/2005/8/layout/hProcess4"/>
    <dgm:cxn modelId="{BA01CD13-BCA0-49C9-B0AD-381CBA4D041D}" type="presParOf" srcId="{64D60406-E2CE-4888-B1DE-110DC4DF0462}" destId="{B21A5FEF-095E-4930-914E-84CECFAE3FFE}" srcOrd="1" destOrd="0" presId="urn:microsoft.com/office/officeart/2005/8/layout/hProcess4"/>
    <dgm:cxn modelId="{86483DA5-F071-4F67-878A-6A6A86D72B7F}" type="presParOf" srcId="{64D60406-E2CE-4888-B1DE-110DC4DF0462}" destId="{F6F7D094-2E1D-4BDF-8221-EBEEE13FCB29}" srcOrd="2" destOrd="0" presId="urn:microsoft.com/office/officeart/2005/8/layout/hProcess4"/>
    <dgm:cxn modelId="{4BDAD5EE-3F51-420E-B9D5-27C480934514}" type="presParOf" srcId="{64D60406-E2CE-4888-B1DE-110DC4DF0462}" destId="{C52F2954-A808-404A-8A1D-E9C1781D6DB8}" srcOrd="3" destOrd="0" presId="urn:microsoft.com/office/officeart/2005/8/layout/hProcess4"/>
    <dgm:cxn modelId="{7DE02A1D-AC8D-4FFF-BEE1-8F6EF0E5E359}" type="presParOf" srcId="{64D60406-E2CE-4888-B1DE-110DC4DF0462}" destId="{4FE43A24-14B7-458D-BBF2-267E5C25604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3BFD4-CDD5-4F49-B7D7-A5C497508BFE}">
      <dsp:nvSpPr>
        <dsp:cNvPr id="0" name=""/>
        <dsp:cNvSpPr/>
      </dsp:nvSpPr>
      <dsp:spPr>
        <a:xfrm>
          <a:off x="1158" y="1677653"/>
          <a:ext cx="2193133" cy="1808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kern="1200" dirty="0" smtClean="0"/>
            <a:t>Регистрация</a:t>
          </a:r>
          <a:endParaRPr lang="ru-RU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kern="1200" dirty="0" smtClean="0"/>
            <a:t>Ключ </a:t>
          </a:r>
          <a:r>
            <a:rPr lang="en-US" sz="2000" kern="1200" dirty="0" smtClean="0"/>
            <a:t>SSH</a:t>
          </a:r>
          <a:endParaRPr lang="ru-RU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kern="1200" dirty="0" smtClean="0"/>
            <a:t>Подключение </a:t>
          </a:r>
          <a:r>
            <a:rPr lang="en-US" sz="2000" kern="1200" dirty="0" smtClean="0"/>
            <a:t>VS Code</a:t>
          </a:r>
          <a:endParaRPr lang="ru-RU" sz="2000" kern="1200" dirty="0"/>
        </a:p>
      </dsp:txBody>
      <dsp:txXfrm>
        <a:off x="42785" y="1719280"/>
        <a:ext cx="2109879" cy="1338005"/>
      </dsp:txXfrm>
    </dsp:sp>
    <dsp:sp modelId="{B6F5B40B-267B-4FF6-96FD-6757C416DFE6}">
      <dsp:nvSpPr>
        <dsp:cNvPr id="0" name=""/>
        <dsp:cNvSpPr/>
      </dsp:nvSpPr>
      <dsp:spPr>
        <a:xfrm>
          <a:off x="1225465" y="2079105"/>
          <a:ext cx="2462000" cy="2462000"/>
        </a:xfrm>
        <a:prstGeom prst="leftCircularArrow">
          <a:avLst>
            <a:gd name="adj1" fmla="val 3329"/>
            <a:gd name="adj2" fmla="val 411419"/>
            <a:gd name="adj3" fmla="val 2186929"/>
            <a:gd name="adj4" fmla="val 9024489"/>
            <a:gd name="adj5" fmla="val 388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0EC25-DB16-4D04-A2C3-546AE8C68D1C}">
      <dsp:nvSpPr>
        <dsp:cNvPr id="0" name=""/>
        <dsp:cNvSpPr/>
      </dsp:nvSpPr>
      <dsp:spPr>
        <a:xfrm>
          <a:off x="488520" y="3098913"/>
          <a:ext cx="1949451" cy="7752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/>
            <a:t>Создание </a:t>
          </a:r>
          <a:r>
            <a:rPr lang="en-US" sz="2300" kern="1200" dirty="0" smtClean="0"/>
            <a:t>VPS</a:t>
          </a:r>
          <a:endParaRPr lang="ru-RU" sz="2300" kern="1200" dirty="0"/>
        </a:p>
      </dsp:txBody>
      <dsp:txXfrm>
        <a:off x="511226" y="3121619"/>
        <a:ext cx="1904039" cy="729820"/>
      </dsp:txXfrm>
    </dsp:sp>
    <dsp:sp modelId="{2591BA6C-F629-4DBE-AD54-672037BE2FF3}">
      <dsp:nvSpPr>
        <dsp:cNvPr id="0" name=""/>
        <dsp:cNvSpPr/>
      </dsp:nvSpPr>
      <dsp:spPr>
        <a:xfrm>
          <a:off x="2828296" y="1677653"/>
          <a:ext cx="2193133" cy="1808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Backend</a:t>
          </a:r>
          <a:endParaRPr lang="ru-RU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Frontend</a:t>
          </a:r>
          <a:endParaRPr lang="ru-RU" sz="2000" kern="1200" dirty="0"/>
        </a:p>
      </dsp:txBody>
      <dsp:txXfrm>
        <a:off x="2869923" y="2106896"/>
        <a:ext cx="2109879" cy="1338005"/>
      </dsp:txXfrm>
    </dsp:sp>
    <dsp:sp modelId="{4FDCEFF2-4A23-45D9-A15D-391F48C9BEB3}">
      <dsp:nvSpPr>
        <dsp:cNvPr id="0" name=""/>
        <dsp:cNvSpPr/>
      </dsp:nvSpPr>
      <dsp:spPr>
        <a:xfrm>
          <a:off x="4034327" y="552151"/>
          <a:ext cx="2742234" cy="2742234"/>
        </a:xfrm>
        <a:prstGeom prst="circularArrow">
          <a:avLst>
            <a:gd name="adj1" fmla="val 2989"/>
            <a:gd name="adj2" fmla="val 366418"/>
            <a:gd name="adj3" fmla="val 19458071"/>
            <a:gd name="adj4" fmla="val 12575511"/>
            <a:gd name="adj5" fmla="val 348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67BFA-9428-4BD3-8CB6-64A377E4EE6C}">
      <dsp:nvSpPr>
        <dsp:cNvPr id="0" name=""/>
        <dsp:cNvSpPr/>
      </dsp:nvSpPr>
      <dsp:spPr>
        <a:xfrm>
          <a:off x="3315659" y="1290037"/>
          <a:ext cx="1949451" cy="7752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/>
            <a:t>Публикация</a:t>
          </a:r>
          <a:endParaRPr lang="ru-RU" sz="2300" kern="1200" dirty="0"/>
        </a:p>
      </dsp:txBody>
      <dsp:txXfrm>
        <a:off x="3338365" y="1312743"/>
        <a:ext cx="1904039" cy="729820"/>
      </dsp:txXfrm>
    </dsp:sp>
    <dsp:sp modelId="{190DDE57-12C9-465F-953E-664318F384AD}">
      <dsp:nvSpPr>
        <dsp:cNvPr id="0" name=""/>
        <dsp:cNvSpPr/>
      </dsp:nvSpPr>
      <dsp:spPr>
        <a:xfrm>
          <a:off x="5655435" y="1677653"/>
          <a:ext cx="2193133" cy="1808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Systemctl</a:t>
          </a:r>
          <a:endParaRPr lang="ru-RU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Nginx</a:t>
          </a:r>
          <a:endParaRPr lang="ru-RU" sz="2000" kern="1200" dirty="0"/>
        </a:p>
      </dsp:txBody>
      <dsp:txXfrm>
        <a:off x="5697062" y="1719280"/>
        <a:ext cx="2109879" cy="1338005"/>
      </dsp:txXfrm>
    </dsp:sp>
    <dsp:sp modelId="{58D217B3-D0B7-4807-A313-AE8DFF3A5A40}">
      <dsp:nvSpPr>
        <dsp:cNvPr id="0" name=""/>
        <dsp:cNvSpPr/>
      </dsp:nvSpPr>
      <dsp:spPr>
        <a:xfrm>
          <a:off x="6879742" y="2079105"/>
          <a:ext cx="2462000" cy="2462000"/>
        </a:xfrm>
        <a:prstGeom prst="leftCircularArrow">
          <a:avLst>
            <a:gd name="adj1" fmla="val 3329"/>
            <a:gd name="adj2" fmla="val 411419"/>
            <a:gd name="adj3" fmla="val 2186929"/>
            <a:gd name="adj4" fmla="val 9024489"/>
            <a:gd name="adj5" fmla="val 388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D34CC-BDB6-43A7-B908-EBF4B5A6CFB7}">
      <dsp:nvSpPr>
        <dsp:cNvPr id="0" name=""/>
        <dsp:cNvSpPr/>
      </dsp:nvSpPr>
      <dsp:spPr>
        <a:xfrm>
          <a:off x="6142798" y="3098913"/>
          <a:ext cx="1949451" cy="7752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/>
            <a:t>Запуск сервисов</a:t>
          </a:r>
          <a:endParaRPr lang="ru-RU" sz="2300" kern="1200" dirty="0"/>
        </a:p>
      </dsp:txBody>
      <dsp:txXfrm>
        <a:off x="6165504" y="3121619"/>
        <a:ext cx="1904039" cy="729820"/>
      </dsp:txXfrm>
    </dsp:sp>
    <dsp:sp modelId="{B21A5FEF-095E-4930-914E-84CECFAE3FFE}">
      <dsp:nvSpPr>
        <dsp:cNvPr id="0" name=""/>
        <dsp:cNvSpPr/>
      </dsp:nvSpPr>
      <dsp:spPr>
        <a:xfrm>
          <a:off x="8482574" y="1677653"/>
          <a:ext cx="2193133" cy="1808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kern="1200" dirty="0" smtClean="0"/>
            <a:t>Прописывание </a:t>
          </a:r>
          <a:r>
            <a:rPr lang="en-US" sz="2000" kern="1200" dirty="0" smtClean="0"/>
            <a:t>IP-</a:t>
          </a:r>
          <a:r>
            <a:rPr lang="ru-RU" sz="2000" kern="1200" dirty="0" smtClean="0"/>
            <a:t>адресов</a:t>
          </a:r>
          <a:endParaRPr lang="ru-RU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kern="1200" dirty="0" smtClean="0"/>
            <a:t>Генерация </a:t>
          </a:r>
          <a:r>
            <a:rPr lang="en-US" sz="2000" kern="1200" dirty="0" smtClean="0"/>
            <a:t>TLS-</a:t>
          </a:r>
          <a:r>
            <a:rPr lang="ru-RU" sz="2000" kern="1200" dirty="0" smtClean="0"/>
            <a:t>сертификата</a:t>
          </a:r>
          <a:endParaRPr lang="ru-RU" sz="2000" kern="1200" dirty="0"/>
        </a:p>
      </dsp:txBody>
      <dsp:txXfrm>
        <a:off x="8524201" y="2106896"/>
        <a:ext cx="2109879" cy="1338005"/>
      </dsp:txXfrm>
    </dsp:sp>
    <dsp:sp modelId="{C52F2954-A808-404A-8A1D-E9C1781D6DB8}">
      <dsp:nvSpPr>
        <dsp:cNvPr id="0" name=""/>
        <dsp:cNvSpPr/>
      </dsp:nvSpPr>
      <dsp:spPr>
        <a:xfrm>
          <a:off x="8969937" y="1290037"/>
          <a:ext cx="1949451" cy="7752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/>
            <a:t>Подключение домена</a:t>
          </a:r>
          <a:endParaRPr lang="ru-RU" sz="2300" kern="1200" dirty="0"/>
        </a:p>
      </dsp:txBody>
      <dsp:txXfrm>
        <a:off x="8992643" y="1312743"/>
        <a:ext cx="1904039" cy="7298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A4EF0-F457-4CA7-942F-3A7F815A94D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13D81-AD48-4F0E-973A-FC6741AAFC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960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70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77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86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44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48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9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229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886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87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076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0FDF2-4B35-41D3-A904-5364F67D072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37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eget.com/p1023067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5687" y="0"/>
              <a:ext cx="7538312" cy="5143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817049" cy="51434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3999" cy="5143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5569900" cy="5143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3193951" cy="51434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61313" y="1963947"/>
            <a:ext cx="410241" cy="2928620"/>
          </a:xfrm>
          <a:prstGeom prst="rect">
            <a:avLst/>
          </a:prstGeom>
        </p:spPr>
        <p:txBody>
          <a:bodyPr vert="vert270" wrap="square" lIns="0" tIns="49107" rIns="0" bIns="0" rtlCol="0">
            <a:spAutoFit/>
          </a:bodyPr>
          <a:lstStyle/>
          <a:p>
            <a:pPr marL="16933">
              <a:spcBef>
                <a:spcPts val="387"/>
              </a:spcBef>
            </a:pPr>
            <a:r>
              <a:rPr sz="1333" spc="-152" dirty="0">
                <a:solidFill>
                  <a:srgbClr val="FFFFFF"/>
                </a:solidFill>
                <a:latin typeface="Yu Gothic UI Light"/>
                <a:cs typeface="Yu Gothic UI Light"/>
              </a:rPr>
              <a:t>УНИВЕРСИТЕТ</a:t>
            </a:r>
            <a:r>
              <a:rPr sz="1333" spc="-87" dirty="0">
                <a:solidFill>
                  <a:srgbClr val="FFFFFF"/>
                </a:solidFill>
                <a:latin typeface="Yu Gothic UI Light"/>
                <a:cs typeface="Yu Gothic UI Light"/>
              </a:rPr>
              <a:t> </a:t>
            </a:r>
            <a:r>
              <a:rPr sz="1333" spc="-167" dirty="0">
                <a:solidFill>
                  <a:srgbClr val="FFFFFF"/>
                </a:solidFill>
                <a:latin typeface="Yu Gothic UI Light"/>
                <a:cs typeface="Yu Gothic UI Light"/>
              </a:rPr>
              <a:t>ИСКУССТВЕННОГО</a:t>
            </a:r>
            <a:r>
              <a:rPr sz="1333" spc="-87" dirty="0">
                <a:solidFill>
                  <a:srgbClr val="FFFFFF"/>
                </a:solidFill>
                <a:latin typeface="Yu Gothic UI Light"/>
                <a:cs typeface="Yu Gothic UI Light"/>
              </a:rPr>
              <a:t> </a:t>
            </a:r>
            <a:r>
              <a:rPr sz="1333" spc="-152" dirty="0">
                <a:solidFill>
                  <a:srgbClr val="FFFFFF"/>
                </a:solidFill>
                <a:latin typeface="Yu Gothic UI Light"/>
                <a:cs typeface="Yu Gothic UI Light"/>
              </a:rPr>
              <a:t>ИНТЕЛЛЕКТА</a:t>
            </a:r>
            <a:endParaRPr sz="1333">
              <a:latin typeface="Yu Gothic UI Light"/>
              <a:cs typeface="Yu Gothic U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4503" y="-295366"/>
            <a:ext cx="7769860" cy="6858000"/>
            <a:chOff x="287949" y="0"/>
            <a:chExt cx="5827395" cy="5143500"/>
          </a:xfrm>
        </p:grpSpPr>
        <p:sp>
          <p:nvSpPr>
            <p:cNvPr id="10" name="object 10"/>
            <p:cNvSpPr/>
            <p:nvPr/>
          </p:nvSpPr>
          <p:spPr>
            <a:xfrm>
              <a:off x="297474" y="0"/>
              <a:ext cx="0" cy="5143500"/>
            </a:xfrm>
            <a:custGeom>
              <a:avLst/>
              <a:gdLst/>
              <a:ahLst/>
              <a:cxnLst/>
              <a:rect l="l" t="t" r="r" b="b"/>
              <a:pathLst>
                <a:path h="5143500">
                  <a:moveTo>
                    <a:pt x="0" y="3905699"/>
                  </a:moveTo>
                  <a:lnTo>
                    <a:pt x="0" y="5143499"/>
                  </a:lnTo>
                </a:path>
                <a:path h="5143500">
                  <a:moveTo>
                    <a:pt x="0" y="0"/>
                  </a:moveTo>
                  <a:lnTo>
                    <a:pt x="0" y="12377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3399" y="0"/>
              <a:ext cx="5781750" cy="422980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254863" y="410340"/>
            <a:ext cx="5504940" cy="2260790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r>
              <a:rPr lang="ru-RU" sz="5400" b="1" dirty="0" smtClean="0">
                <a:solidFill>
                  <a:schemeClr val="bg1"/>
                </a:solidFill>
              </a:rPr>
              <a:t>Деплой</a:t>
            </a:r>
            <a:r>
              <a:rPr lang="en-US" sz="5400" b="1" dirty="0" smtClean="0">
                <a:solidFill>
                  <a:schemeClr val="bg1"/>
                </a:solidFill>
              </a:rPr>
              <a:t/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sz="5400" b="1" dirty="0" smtClean="0">
                <a:solidFill>
                  <a:schemeClr val="bg1"/>
                </a:solidFill>
              </a:rPr>
              <a:t>Backend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ru-RU" sz="5400" b="1" dirty="0" smtClean="0">
                <a:solidFill>
                  <a:schemeClr val="bg1"/>
                </a:solidFill>
              </a:rPr>
              <a:t>и </a:t>
            </a:r>
            <a:r>
              <a:rPr lang="en-US" sz="5400" b="1" dirty="0" smtClean="0">
                <a:solidFill>
                  <a:schemeClr val="bg1"/>
                </a:solidFill>
              </a:rPr>
              <a:t>Frontend</a:t>
            </a:r>
            <a:endParaRPr 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59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Прямоугольник 7"/>
          <p:cNvSpPr/>
          <p:nvPr/>
        </p:nvSpPr>
        <p:spPr>
          <a:xfrm>
            <a:off x="957943" y="265268"/>
            <a:ext cx="10823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РАЗМЕЩЕНИЕ НА СЕРВЕРЕ</a:t>
            </a:r>
            <a:endParaRPr lang="ru-RU" sz="24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809489785"/>
              </p:ext>
            </p:extLst>
          </p:nvPr>
        </p:nvGraphicFramePr>
        <p:xfrm>
          <a:off x="860697" y="1288736"/>
          <a:ext cx="10920547" cy="5164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219199" y="920821"/>
            <a:ext cx="104154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Деплой (Deployment)</a:t>
            </a:r>
            <a:r>
              <a:rPr lang="ru-RU" dirty="0"/>
              <a:t> — это процесс размещения и запуска приложения в рабочей (</a:t>
            </a:r>
            <a:r>
              <a:rPr lang="ru-RU" dirty="0" err="1"/>
              <a:t>production</a:t>
            </a:r>
            <a:r>
              <a:rPr lang="ru-RU" dirty="0"/>
              <a:t>) среде, чтобы им могли пользоваться реальные пользователи.</a:t>
            </a:r>
          </a:p>
        </p:txBody>
      </p:sp>
    </p:spTree>
    <p:extLst>
      <p:ext uri="{BB962C8B-B14F-4D97-AF65-F5344CB8AC3E}">
        <p14:creationId xmlns:p14="http://schemas.microsoft.com/office/powerpoint/2010/main" val="228847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957943" y="265268"/>
            <a:ext cx="10823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VPS</a:t>
            </a:r>
            <a:endParaRPr lang="ru-RU" sz="24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7943" y="818895"/>
            <a:ext cx="955330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Что такое </a:t>
            </a:r>
            <a:r>
              <a:rPr lang="ru-RU" sz="2800" b="1" dirty="0" smtClean="0"/>
              <a:t>VPS: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VPS (Virtual Private Server</a:t>
            </a:r>
            <a:r>
              <a:rPr lang="ru-RU" sz="2800" dirty="0" smtClean="0"/>
              <a:t>) </a:t>
            </a:r>
            <a:r>
              <a:rPr lang="ru-RU" sz="2800" dirty="0"/>
              <a:t>— это </a:t>
            </a:r>
            <a:r>
              <a:rPr lang="ru-RU" sz="2800" dirty="0" smtClean="0"/>
              <a:t>виртуальный сервер </a:t>
            </a:r>
            <a:r>
              <a:rPr lang="ru-RU" sz="2800" dirty="0"/>
              <a:t>с выделенными ресурсами.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Предоставляют полный доступ (root) для установки ПО, настройки окружения и </a:t>
            </a:r>
            <a:r>
              <a:rPr lang="ru-RU" sz="2800" dirty="0" err="1"/>
              <a:t>деплоя</a:t>
            </a:r>
            <a:r>
              <a:rPr lang="ru-RU" sz="2800" dirty="0"/>
              <a:t> приложений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/>
          </a:p>
          <a:p>
            <a:r>
              <a:rPr lang="ru-RU" sz="2800" b="1" dirty="0"/>
              <a:t>Преимущества: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Гибкая настройка сервера под проект.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Высокая производительность и безопасность.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Возможность развертывать BackEnd, FrontEnd, базы данных и сервисы на одном или нескольких </a:t>
            </a:r>
            <a:r>
              <a:rPr lang="ru-RU" sz="2800" dirty="0" smtClean="0"/>
              <a:t>серверах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Пример: </a:t>
            </a:r>
            <a:r>
              <a:rPr lang="en-US" sz="2800" dirty="0" smtClean="0">
                <a:hlinkClick r:id="rId3"/>
              </a:rPr>
              <a:t>https://beget.com/p1023067</a:t>
            </a:r>
            <a:endParaRPr lang="en-US" sz="2800" dirty="0" smtClean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3104" y="4650377"/>
            <a:ext cx="1274117" cy="131730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327" y="2238635"/>
            <a:ext cx="1678917" cy="167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3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957943" y="265268"/>
            <a:ext cx="10823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SSH-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ключи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8895" y="818895"/>
            <a:ext cx="783747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Зачем </a:t>
            </a:r>
            <a:r>
              <a:rPr lang="ru-RU" sz="2800" b="1" dirty="0"/>
              <a:t>нужны </a:t>
            </a:r>
            <a:r>
              <a:rPr lang="en-US" sz="2800" b="1" dirty="0"/>
              <a:t>SSH-</a:t>
            </a:r>
            <a:r>
              <a:rPr lang="ru-RU" sz="2800" b="1" dirty="0"/>
              <a:t>ключи: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Защищённое </a:t>
            </a:r>
            <a:r>
              <a:rPr lang="ru-RU" sz="2800" dirty="0"/>
              <a:t>подключение к серверу без </a:t>
            </a:r>
            <a:r>
              <a:rPr lang="ru-RU" sz="2800" dirty="0" smtClean="0"/>
              <a:t>пароля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Упрощённая </a:t>
            </a:r>
            <a:r>
              <a:rPr lang="ru-RU" sz="2800" dirty="0"/>
              <a:t>работа с сервером через </a:t>
            </a:r>
            <a:r>
              <a:rPr lang="en-US" sz="2800" dirty="0"/>
              <a:t>VS Code Remote </a:t>
            </a:r>
            <a:r>
              <a:rPr lang="en-US" sz="2800" dirty="0" smtClean="0"/>
              <a:t>SSH</a:t>
            </a:r>
            <a:endParaRPr lang="en-US" sz="2800" dirty="0"/>
          </a:p>
          <a:p>
            <a:endParaRPr lang="ru-RU" sz="2800" dirty="0" smtClean="0"/>
          </a:p>
          <a:p>
            <a:r>
              <a:rPr lang="ru-RU" sz="2800" b="1" dirty="0" smtClean="0"/>
              <a:t>Основное: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Генерация </a:t>
            </a:r>
            <a:r>
              <a:rPr lang="ru-RU" sz="2800" dirty="0"/>
              <a:t>ключей: </a:t>
            </a:r>
            <a:r>
              <a:rPr lang="en-US" sz="2800" dirty="0"/>
              <a:t>ssh-</a:t>
            </a:r>
            <a:r>
              <a:rPr lang="en-US" sz="2800" dirty="0" err="1"/>
              <a:t>keygen</a:t>
            </a:r>
            <a:r>
              <a:rPr lang="en-US" sz="2800" dirty="0"/>
              <a:t> -t ed25519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Публичный </a:t>
            </a:r>
            <a:r>
              <a:rPr lang="ru-RU" sz="2800" dirty="0"/>
              <a:t>ключ добавляется в ~/.</a:t>
            </a:r>
            <a:r>
              <a:rPr lang="en-US" sz="2800" dirty="0"/>
              <a:t>ssh/authorized_keys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Далее </a:t>
            </a:r>
            <a:r>
              <a:rPr lang="ru-RU" sz="2800" dirty="0"/>
              <a:t>подключение к </a:t>
            </a:r>
            <a:r>
              <a:rPr lang="en-US" sz="2800" dirty="0"/>
              <a:t>VPS </a:t>
            </a:r>
            <a:r>
              <a:rPr lang="ru-RU" sz="2800" dirty="0"/>
              <a:t>через </a:t>
            </a:r>
            <a:r>
              <a:rPr lang="en-US" sz="2800" dirty="0"/>
              <a:t>VS Code: Remote SSH → Connect to Host</a:t>
            </a:r>
            <a:endParaRPr lang="en-US" sz="2800" dirty="0" smtClean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1938" y="2705430"/>
            <a:ext cx="1866570" cy="186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6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957943" y="265268"/>
            <a:ext cx="10823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Продакшен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FastAPI</a:t>
            </a:r>
            <a:endParaRPr lang="ru-RU" sz="24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5021" y="1094948"/>
            <a:ext cx="102290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FastAPI </a:t>
            </a:r>
            <a:r>
              <a:rPr lang="ru-RU" sz="2800" b="1" dirty="0"/>
              <a:t>в продакшене: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Запускается </a:t>
            </a:r>
            <a:r>
              <a:rPr lang="ru-RU" sz="2800" dirty="0"/>
              <a:t>с </a:t>
            </a:r>
            <a:r>
              <a:rPr lang="en-US" sz="2800" dirty="0"/>
              <a:t>ASGI-</a:t>
            </a:r>
            <a:r>
              <a:rPr lang="ru-RU" sz="2800" dirty="0"/>
              <a:t>сервером </a:t>
            </a:r>
            <a:r>
              <a:rPr lang="en-US" sz="2800" dirty="0"/>
              <a:t>Uvicorn </a:t>
            </a:r>
            <a:r>
              <a:rPr lang="ru-RU" sz="2800" dirty="0"/>
              <a:t>для обработки </a:t>
            </a:r>
            <a:r>
              <a:rPr lang="ru-RU" sz="2800" dirty="0" smtClean="0"/>
              <a:t>запросов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Запуск</a:t>
            </a:r>
            <a:r>
              <a:rPr lang="ru-RU" sz="2800" dirty="0"/>
              <a:t>: </a:t>
            </a:r>
            <a:r>
              <a:rPr lang="en-US" sz="2800" dirty="0"/>
              <a:t>uvicorn app:app --host 0.0.0.0 --port </a:t>
            </a:r>
            <a:r>
              <a:rPr lang="en-US" sz="2800" dirty="0" smtClean="0"/>
              <a:t>8000</a:t>
            </a:r>
            <a:endParaRPr lang="ru-RU" sz="2800" dirty="0" smtClean="0"/>
          </a:p>
          <a:p>
            <a:endParaRPr lang="en-US" sz="2800" dirty="0"/>
          </a:p>
          <a:p>
            <a:r>
              <a:rPr lang="ru-RU" sz="2800" b="1" dirty="0" smtClean="0"/>
              <a:t>Особенности </a:t>
            </a:r>
            <a:r>
              <a:rPr lang="ru-RU" sz="2800" b="1" dirty="0"/>
              <a:t>продакшена: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Асинхронность </a:t>
            </a:r>
            <a:r>
              <a:rPr lang="ru-RU" sz="2800" dirty="0"/>
              <a:t>и высокая производительность.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Рекомендуется </a:t>
            </a:r>
            <a:r>
              <a:rPr lang="ru-RU" sz="2800" dirty="0"/>
              <a:t>использовать </a:t>
            </a:r>
            <a:r>
              <a:rPr lang="en-US" sz="2800" dirty="0"/>
              <a:t>Gunicorn + Uvicorn workers (</a:t>
            </a:r>
            <a:r>
              <a:rPr lang="ru-RU" sz="2800" dirty="0"/>
              <a:t>для жирной нагрузки</a:t>
            </a:r>
            <a:r>
              <a:rPr lang="ru-RU" sz="2800" dirty="0" smtClean="0"/>
              <a:t>)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Запуск </a:t>
            </a:r>
            <a:r>
              <a:rPr lang="ru-RU" sz="2800" dirty="0"/>
              <a:t>в фоне — через </a:t>
            </a:r>
            <a:r>
              <a:rPr lang="en-US" sz="2800" dirty="0" smtClean="0"/>
              <a:t>systemd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246" y="4213175"/>
            <a:ext cx="2190092" cy="219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798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957943" y="265268"/>
            <a:ext cx="10823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Продакшен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React</a:t>
            </a:r>
            <a:endParaRPr lang="ru-RU" sz="24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09856" y="1310391"/>
            <a:ext cx="83392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Подготовка </a:t>
            </a:r>
            <a:r>
              <a:rPr lang="ru-RU" sz="2800" b="1" dirty="0"/>
              <a:t>фронтенда: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Командой </a:t>
            </a:r>
            <a:r>
              <a:rPr lang="ru-RU" sz="2800" b="1" dirty="0"/>
              <a:t>npm run build </a:t>
            </a:r>
            <a:r>
              <a:rPr lang="ru-RU" sz="2800" dirty="0"/>
              <a:t>создаётся оптимизированная сборка </a:t>
            </a:r>
            <a:r>
              <a:rPr lang="ru-RU" sz="2800" dirty="0" smtClean="0"/>
              <a:t>React</a:t>
            </a:r>
            <a:endParaRPr lang="ru-RU" sz="2800" dirty="0"/>
          </a:p>
          <a:p>
            <a:endParaRPr lang="ru-RU" sz="2800" b="1" dirty="0"/>
          </a:p>
          <a:p>
            <a:r>
              <a:rPr lang="ru-RU" sz="2800" b="1" dirty="0"/>
              <a:t>Что получает проект: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Сжатые и минифицированные HTML, CSS, JS для быстрой </a:t>
            </a:r>
            <a:r>
              <a:rPr lang="ru-RU" sz="2800" dirty="0" smtClean="0"/>
              <a:t>загрузки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Файлы build/ готовы к деплою на веб-сервер (например, Nginx)</a:t>
            </a:r>
            <a:endParaRPr lang="en-US" sz="2800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419" y="1310391"/>
            <a:ext cx="21907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6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957943" y="265268"/>
            <a:ext cx="10823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Запуск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FastAPI 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через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systemd</a:t>
            </a:r>
            <a:endParaRPr lang="ru-RU" sz="24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6975" y="1094948"/>
            <a:ext cx="101822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Зачем </a:t>
            </a:r>
            <a:r>
              <a:rPr lang="en-US" sz="2800" b="1" dirty="0"/>
              <a:t>systemd: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Автоматический запуск </a:t>
            </a:r>
            <a:r>
              <a:rPr lang="en-US" sz="2800" dirty="0"/>
              <a:t>BackEnd </a:t>
            </a:r>
            <a:r>
              <a:rPr lang="ru-RU" sz="2800" dirty="0"/>
              <a:t>при перезагрузке сервера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Контроль состояния сервиса и </a:t>
            </a:r>
            <a:r>
              <a:rPr lang="ru-RU" sz="2800" dirty="0" smtClean="0"/>
              <a:t>логирование</a:t>
            </a:r>
            <a:endParaRPr lang="ru-RU" sz="2800" dirty="0"/>
          </a:p>
          <a:p>
            <a:endParaRPr lang="ru-RU" sz="2800" b="1" dirty="0"/>
          </a:p>
          <a:p>
            <a:r>
              <a:rPr lang="ru-RU" sz="2800" b="1" dirty="0"/>
              <a:t>Что даёт: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Создаётся </a:t>
            </a:r>
            <a:r>
              <a:rPr lang="en-US" sz="2800" dirty="0"/>
              <a:t>unit-</a:t>
            </a:r>
            <a:r>
              <a:rPr lang="ru-RU" sz="2800" dirty="0"/>
              <a:t>файл /</a:t>
            </a:r>
            <a:r>
              <a:rPr lang="en-US" sz="2800" dirty="0"/>
              <a:t>etc/systemd/system/fastapi.service</a:t>
            </a:r>
          </a:p>
          <a:p>
            <a:endParaRPr lang="en-US" sz="2800" b="1" dirty="0"/>
          </a:p>
          <a:p>
            <a:r>
              <a:rPr lang="ru-RU" sz="2800" b="1" dirty="0"/>
              <a:t>Команды управления: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systemctl start/stop/restart fastapi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systemctl enable fastapi</a:t>
            </a:r>
            <a:endParaRPr lang="en-US" sz="2800" dirty="0" smtClean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086" y="4513242"/>
            <a:ext cx="2426443" cy="168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8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957943" y="265268"/>
            <a:ext cx="10823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Запуск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React 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через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Nginx</a:t>
            </a:r>
            <a:endParaRPr lang="ru-RU" sz="24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6975" y="1336505"/>
            <a:ext cx="101822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Nginx для FrontEnd: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Быстрая раздача статических файлов React build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Поддержка кэширования и gzip для ускорения сайта</a:t>
            </a:r>
          </a:p>
          <a:p>
            <a:endParaRPr lang="ru-RU" sz="2800" b="1" dirty="0"/>
          </a:p>
          <a:p>
            <a:r>
              <a:rPr lang="ru-RU" sz="2800" b="1" dirty="0"/>
              <a:t>Что важно: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Настройка блока server { ... 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Указание root /var/www/react/build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Перенаправление запросов на API к BackEnd</a:t>
            </a:r>
            <a:endParaRPr lang="en-US" sz="2800" dirty="0" smtClean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228" y="3746588"/>
            <a:ext cx="4101772" cy="233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8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957943" y="265268"/>
            <a:ext cx="10823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Связка доменов с FrontEnd и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975" y="1336505"/>
            <a:ext cx="77193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Подключение </a:t>
            </a:r>
            <a:r>
              <a:rPr lang="ru-RU" sz="2800" b="1" dirty="0" smtClean="0"/>
              <a:t>доменов</a:t>
            </a:r>
            <a:endParaRPr lang="ru-RU" sz="2800" b="1" dirty="0"/>
          </a:p>
          <a:p>
            <a:r>
              <a:rPr lang="en-US" sz="2800" b="1" dirty="0" smtClean="0"/>
              <a:t>(</a:t>
            </a:r>
            <a:r>
              <a:rPr lang="ru-RU" sz="2800" b="1" dirty="0" smtClean="0"/>
              <a:t>на пример</a:t>
            </a:r>
            <a:r>
              <a:rPr lang="ru-RU" sz="2800" b="1" dirty="0"/>
              <a:t>е</a:t>
            </a:r>
            <a:r>
              <a:rPr lang="ru-RU" sz="2800" b="1" dirty="0" smtClean="0"/>
              <a:t> домена </a:t>
            </a:r>
            <a:r>
              <a:rPr lang="en-US" sz="2800" b="1" dirty="0" smtClean="0"/>
              <a:t>union-ai.ru)</a:t>
            </a:r>
            <a:r>
              <a:rPr lang="ru-RU" sz="2800" b="1" dirty="0" smtClean="0"/>
              <a:t>:</a:t>
            </a:r>
            <a:endParaRPr lang="ru-RU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union-ai.ru — для FrontEnd (React)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api.union-ai.ru — для BackEnd (FastAPI)</a:t>
            </a:r>
          </a:p>
          <a:p>
            <a:endParaRPr lang="ru-RU" sz="2800" b="1" dirty="0"/>
          </a:p>
          <a:p>
            <a:r>
              <a:rPr lang="ru-RU" sz="2800" b="1" dirty="0"/>
              <a:t>Особенности: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Настройка двух server-блоков в Nginx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Разделение клиентской части и API обеспечивает безопасность, структуру и масштабирование</a:t>
            </a:r>
            <a:endParaRPr lang="en-US" sz="2800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233" y="1478269"/>
            <a:ext cx="3634563" cy="363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7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957943" y="265268"/>
            <a:ext cx="10823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Сертификат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TLS 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Let’s Encrypt</a:t>
            </a:r>
            <a:endParaRPr lang="ru-RU" sz="24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6975" y="1234797"/>
            <a:ext cx="105050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Защита HTTPS: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Let’s Encrypt — бесплатные TLS-сертификаты для сайтов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Устанавливается через certbot</a:t>
            </a:r>
          </a:p>
          <a:p>
            <a:endParaRPr lang="ru-RU" sz="2800" b="1" dirty="0"/>
          </a:p>
          <a:p>
            <a:r>
              <a:rPr lang="ru-RU" sz="2800" b="1" dirty="0"/>
              <a:t>Что обеспечивает: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Шифрование данных между клиентом и сервером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Рост доверия пользователей и браузеров</a:t>
            </a:r>
          </a:p>
          <a:p>
            <a:endParaRPr lang="ru-RU" sz="2800" b="1" dirty="0"/>
          </a:p>
          <a:p>
            <a:r>
              <a:rPr lang="ru-RU" sz="2800" b="1" dirty="0"/>
              <a:t>Автообновление сертификатов: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Настройка certbot renew и systemd timer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594" y="5265743"/>
            <a:ext cx="3030649" cy="103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6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10279</TotalTime>
  <Words>432</Words>
  <Application>Microsoft Office PowerPoint</Application>
  <PresentationFormat>Широкоэкранный</PresentationFormat>
  <Paragraphs>92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Yu Gothic UI Light</vt:lpstr>
      <vt:lpstr>Arial</vt:lpstr>
      <vt:lpstr>Calibri</vt:lpstr>
      <vt:lpstr>Calibri Light</vt:lpstr>
      <vt:lpstr>Tahoma</vt:lpstr>
      <vt:lpstr>Тема Office</vt:lpstr>
      <vt:lpstr>Деплой Backend и Frontend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М.Ю. Деркунов</dc:creator>
  <cp:lastModifiedBy>Алексей Смирнов</cp:lastModifiedBy>
  <cp:revision>125</cp:revision>
  <cp:lastPrinted>2025-08-17T13:11:30Z</cp:lastPrinted>
  <dcterms:created xsi:type="dcterms:W3CDTF">2024-03-20T02:20:55Z</dcterms:created>
  <dcterms:modified xsi:type="dcterms:W3CDTF">2025-11-07T15:08:05Z</dcterms:modified>
</cp:coreProperties>
</file>